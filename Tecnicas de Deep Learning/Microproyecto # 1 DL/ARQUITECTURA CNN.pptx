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927DF-A793-FB71-BF2F-16973EEE8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93733-1887-1FE6-2F00-B123A1EE9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9E4AF-8456-9787-DF51-4CF63E786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386E-2452-4137-8121-DA80271ADFB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43DDD-61D0-C509-766D-E072AE0D5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54A76-1C3C-04F8-AB43-F4D2D7B49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C832-3189-46A2-96C7-012A0106FF3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7759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3CEA6-9D84-AD85-4D75-0D59B2544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F3C25-D303-430C-765A-CCD678877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97DC5-DCDB-934C-291B-507620772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386E-2452-4137-8121-DA80271ADFB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57C1C-777A-8ECE-FFD3-6F44CD6BB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A9A35-C7B0-06ED-9196-D3AE2EA04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C832-3189-46A2-96C7-012A0106FF3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9716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724C4-ACAB-6C94-4873-FFB818506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5324B-536B-F8E1-4236-BC485E2CA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80620-F73D-3214-196C-802CC3E2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386E-2452-4137-8121-DA80271ADFB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A1B2E-D298-8A94-B668-F42A69EBB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73788-3547-D8A6-99FB-6C53B052D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C832-3189-46A2-96C7-012A0106FF3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8348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9A90D-1C89-19DC-6EFC-CEAF84B81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46E1B-CCA0-1422-1331-1DFA49B3F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51FC3-40C0-0E4D-A7B9-EE04A2C61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30A83-B606-7432-AF87-6ECA40A4E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386E-2452-4137-8121-DA80271ADFB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D60BF4-90FC-301A-0ED5-DA1D57998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717BE-D196-F024-A60E-5CFFAE24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C832-3189-46A2-96C7-012A0106FF3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3710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D5F1A-320C-D021-EDEA-B1D3538BF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38887-7FE3-9985-D385-979DF697D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CD6777-4E99-5767-164D-7662FC9EE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FB4377-3B9E-9318-4352-29D62C7790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4FCDA1-650D-7722-557B-94B26F3803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59EC14-4025-5F44-9A88-5794100F3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386E-2452-4137-8121-DA80271ADFB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FB9DFD-3D85-618A-741C-FA0AF4C3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023891-9210-C243-7223-E4D29B03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C832-3189-46A2-96C7-012A0106FF3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516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1883C-2D5F-DE93-BCE4-49769D2FC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AB80B4-DEA0-EAC6-3331-1DB895761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386E-2452-4137-8121-DA80271ADFB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354B81-5DB3-E7CB-7D79-9E10E58F2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4767B6-01CE-EEE2-020D-11B7E0B0F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C832-3189-46A2-96C7-012A0106FF3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816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177E07-B023-B489-97D4-553C9FC2D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386E-2452-4137-8121-DA80271ADFB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40BCCA-84CE-EA72-C95E-21FB2BF2B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D74B2-BF24-42E7-A822-7ADF442A3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C832-3189-46A2-96C7-012A0106FF3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5078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A47B7-FAD6-2726-B304-D7AF7D8FB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3AAFA-806F-6DD6-2B86-68AA3921F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BF129A-42D5-A1A4-4280-657307F02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6E087-1F71-B5E6-4716-67CBFF42C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386E-2452-4137-8121-DA80271ADFB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B7097-97CE-383F-9452-09304AA15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4735C-4392-60F8-CA3C-3E9DF11F9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C832-3189-46A2-96C7-012A0106FF3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37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5EC14-3BD5-FDA6-ABF5-C19F03230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7D9F9D-46A1-DD17-58DD-4CADF0DDDB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0478C8-8EE9-942B-6731-3A35CC132D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6ABB4-4C04-0647-ED0B-616628477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386E-2452-4137-8121-DA80271ADFB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40650-1726-6342-A83A-286CE6BC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2FCEA-CD1F-C96C-766A-77BEE81B4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C832-3189-46A2-96C7-012A0106FF3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0467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FCE17-541B-45A9-1216-2758E94C2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48B37-788D-E0C8-B5B9-CF1CBB6C6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A743D-270E-EE8B-5979-F78F40A39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386E-2452-4137-8121-DA80271ADFB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7C121-0E25-3717-0739-1A766FE17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10A50-A4A4-AADC-867F-CC67486D7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C832-3189-46A2-96C7-012A0106FF3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5037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E5DD29-D5EC-49C8-B0CE-8ECA8368D0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9C10E-7F97-0C23-9929-AE7ED9A23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8FB53-EB3A-3A18-7752-C71144AF7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386E-2452-4137-8121-DA80271ADFB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2DD33-63F8-F603-355B-98360491F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93B30-151B-B678-CE3F-AC6190C9F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C832-3189-46A2-96C7-012A0106FF3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9466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E706EB-4638-5573-5EAF-06C47287B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6C7BA-08BD-E2A5-C165-15AA04E44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2D169-2E7B-9A66-8399-DB9161E408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1D386E-2452-4137-8121-DA80271ADFB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C5C67-69E7-4B20-B2EE-A1D0C8112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C6C0F-5F5E-6DE8-68BD-D9B1AF372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4C832-3189-46A2-96C7-012A0106FF3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8107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7C8025A-B502-C9FA-7709-B65C3A143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12" y="1723519"/>
            <a:ext cx="10802782" cy="40494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D1C936-FEA0-19A0-A32C-5AB315933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3" y="1923385"/>
            <a:ext cx="998258" cy="10281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C0D486-68DC-B252-B724-175AD985122E}"/>
              </a:ext>
            </a:extLst>
          </p:cNvPr>
          <p:cNvSpPr txBox="1"/>
          <p:nvPr/>
        </p:nvSpPr>
        <p:spPr>
          <a:xfrm>
            <a:off x="1024567" y="3575399"/>
            <a:ext cx="142750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CONV(1)</a:t>
            </a:r>
          </a:p>
          <a:p>
            <a:r>
              <a:rPr lang="en-US" sz="2000" dirty="0"/>
              <a:t>11 X 11</a:t>
            </a:r>
          </a:p>
          <a:p>
            <a:r>
              <a:rPr lang="en-US" sz="2000" dirty="0"/>
              <a:t>S = 4</a:t>
            </a:r>
          </a:p>
          <a:p>
            <a:r>
              <a:rPr lang="en-US" sz="2000" dirty="0"/>
              <a:t>P = 2 </a:t>
            </a:r>
          </a:p>
          <a:p>
            <a:r>
              <a:rPr lang="en-US" sz="2000" b="1" dirty="0"/>
              <a:t>RELU</a:t>
            </a:r>
          </a:p>
          <a:p>
            <a:r>
              <a:rPr lang="en-US" sz="2000" b="1" dirty="0"/>
              <a:t>MAX POOL</a:t>
            </a:r>
            <a:endParaRPr lang="es-E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FC4B3A-1EBB-8BDE-6A5F-A0E9B939A8BF}"/>
              </a:ext>
            </a:extLst>
          </p:cNvPr>
          <p:cNvSpPr txBox="1"/>
          <p:nvPr/>
        </p:nvSpPr>
        <p:spPr>
          <a:xfrm>
            <a:off x="3104301" y="807404"/>
            <a:ext cx="142750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CONV(2</a:t>
            </a:r>
            <a:r>
              <a:rPr lang="en-US" sz="2000" dirty="0"/>
              <a:t>)</a:t>
            </a:r>
          </a:p>
          <a:p>
            <a:r>
              <a:rPr lang="en-US" sz="2000" dirty="0"/>
              <a:t>5 X 5</a:t>
            </a:r>
          </a:p>
          <a:p>
            <a:r>
              <a:rPr lang="en-US" sz="2000" dirty="0"/>
              <a:t>S = 1</a:t>
            </a:r>
          </a:p>
          <a:p>
            <a:r>
              <a:rPr lang="en-US" sz="2000" dirty="0"/>
              <a:t>P = 2 </a:t>
            </a:r>
          </a:p>
          <a:p>
            <a:r>
              <a:rPr lang="en-US" sz="2000" b="1" dirty="0"/>
              <a:t>RELU</a:t>
            </a:r>
          </a:p>
          <a:p>
            <a:r>
              <a:rPr lang="en-US" sz="2000" b="1" dirty="0"/>
              <a:t>MAX POOL</a:t>
            </a:r>
            <a:endParaRPr lang="es-ES" sz="2000" b="1" dirty="0"/>
          </a:p>
          <a:p>
            <a:endParaRPr lang="es-E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9A2E06-0B06-265C-8E10-918AD4DE21B1}"/>
              </a:ext>
            </a:extLst>
          </p:cNvPr>
          <p:cNvSpPr txBox="1"/>
          <p:nvPr/>
        </p:nvSpPr>
        <p:spPr>
          <a:xfrm>
            <a:off x="4677849" y="3906842"/>
            <a:ext cx="118526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CONV(3</a:t>
            </a:r>
            <a:r>
              <a:rPr lang="en-US" sz="2000" dirty="0"/>
              <a:t>)</a:t>
            </a:r>
          </a:p>
          <a:p>
            <a:r>
              <a:rPr lang="en-US" sz="2000" dirty="0"/>
              <a:t>3 X 3</a:t>
            </a:r>
          </a:p>
          <a:p>
            <a:r>
              <a:rPr lang="en-US" sz="2000" dirty="0"/>
              <a:t>S = 1</a:t>
            </a:r>
          </a:p>
          <a:p>
            <a:r>
              <a:rPr lang="en-US" sz="2000" dirty="0"/>
              <a:t>P = 1 </a:t>
            </a:r>
          </a:p>
          <a:p>
            <a:r>
              <a:rPr lang="en-US" sz="2000" b="1" dirty="0"/>
              <a:t>RELU</a:t>
            </a:r>
            <a:endParaRPr lang="es-ES" sz="2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609F3A-DF12-E3D6-7666-615EC247248E}"/>
              </a:ext>
            </a:extLst>
          </p:cNvPr>
          <p:cNvSpPr txBox="1"/>
          <p:nvPr/>
        </p:nvSpPr>
        <p:spPr>
          <a:xfrm>
            <a:off x="7035732" y="1842928"/>
            <a:ext cx="118526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CONV(4)</a:t>
            </a:r>
          </a:p>
          <a:p>
            <a:r>
              <a:rPr lang="en-US" sz="2000" dirty="0"/>
              <a:t>3 X 3</a:t>
            </a:r>
          </a:p>
          <a:p>
            <a:r>
              <a:rPr lang="en-US" sz="2000" dirty="0"/>
              <a:t>S = 1</a:t>
            </a:r>
          </a:p>
          <a:p>
            <a:r>
              <a:rPr lang="en-US" sz="2000" dirty="0"/>
              <a:t>P = 1</a:t>
            </a:r>
          </a:p>
          <a:p>
            <a:r>
              <a:rPr lang="en-US" sz="2000" b="1" dirty="0"/>
              <a:t>RELU</a:t>
            </a:r>
            <a:r>
              <a:rPr lang="en-US" sz="2000" dirty="0"/>
              <a:t> </a:t>
            </a:r>
            <a:endParaRPr lang="es-E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7768B3-7276-680A-2922-301ABC4B529B}"/>
              </a:ext>
            </a:extLst>
          </p:cNvPr>
          <p:cNvSpPr txBox="1"/>
          <p:nvPr/>
        </p:nvSpPr>
        <p:spPr>
          <a:xfrm>
            <a:off x="8592389" y="4677967"/>
            <a:ext cx="142750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CONV(5)</a:t>
            </a:r>
          </a:p>
          <a:p>
            <a:r>
              <a:rPr lang="en-US" sz="2000" dirty="0"/>
              <a:t>3 X 3</a:t>
            </a:r>
          </a:p>
          <a:p>
            <a:r>
              <a:rPr lang="en-US" sz="2000" dirty="0"/>
              <a:t>S = 1</a:t>
            </a:r>
          </a:p>
          <a:p>
            <a:r>
              <a:rPr lang="en-US" sz="2000" dirty="0"/>
              <a:t>P = 1 </a:t>
            </a:r>
          </a:p>
          <a:p>
            <a:r>
              <a:rPr lang="en-US" sz="2000" b="1" dirty="0"/>
              <a:t>RELU</a:t>
            </a:r>
          </a:p>
          <a:p>
            <a:r>
              <a:rPr lang="en-US" sz="2000" b="1" dirty="0"/>
              <a:t>MAX POOL</a:t>
            </a:r>
            <a:endParaRPr lang="es-ES" sz="2000" b="1" dirty="0"/>
          </a:p>
          <a:p>
            <a:endParaRPr lang="es-ES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03FE6C-4102-2F54-0C15-EE1FD0632DE7}"/>
              </a:ext>
            </a:extLst>
          </p:cNvPr>
          <p:cNvSpPr txBox="1"/>
          <p:nvPr/>
        </p:nvSpPr>
        <p:spPr>
          <a:xfrm>
            <a:off x="472959" y="204947"/>
            <a:ext cx="74009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CNN BASE MODEL (</a:t>
            </a:r>
            <a:r>
              <a:rPr lang="en-US" sz="3200" b="1" dirty="0" err="1"/>
              <a:t>basado</a:t>
            </a:r>
            <a:r>
              <a:rPr lang="en-US" sz="3200" b="1" dirty="0"/>
              <a:t> </a:t>
            </a:r>
            <a:r>
              <a:rPr lang="en-US" sz="3200" b="1" dirty="0" err="1"/>
              <a:t>en</a:t>
            </a:r>
            <a:r>
              <a:rPr lang="en-US" sz="3200" b="1" dirty="0"/>
              <a:t> </a:t>
            </a:r>
            <a:r>
              <a:rPr lang="en-US" sz="3200" b="1" dirty="0" err="1"/>
              <a:t>AlexNet</a:t>
            </a:r>
            <a:r>
              <a:rPr lang="en-US" sz="3200" b="1" dirty="0"/>
              <a:t>)</a:t>
            </a:r>
            <a:endParaRPr lang="es-ES" sz="3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00225E-37B9-F973-AF34-32EC2DB2842A}"/>
              </a:ext>
            </a:extLst>
          </p:cNvPr>
          <p:cNvSpPr txBox="1"/>
          <p:nvPr/>
        </p:nvSpPr>
        <p:spPr>
          <a:xfrm>
            <a:off x="4571680" y="6492676"/>
            <a:ext cx="7412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Activación</a:t>
            </a:r>
            <a:r>
              <a:rPr lang="en-US" dirty="0"/>
              <a:t> </a:t>
            </a:r>
            <a:r>
              <a:rPr lang="en-US" dirty="0" err="1"/>
              <a:t>Softmax</a:t>
            </a:r>
            <a:r>
              <a:rPr lang="en-US" dirty="0"/>
              <a:t> </a:t>
            </a:r>
            <a:r>
              <a:rPr lang="en-US" dirty="0" err="1"/>
              <a:t>aplicada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inferencia</a:t>
            </a:r>
            <a:r>
              <a:rPr lang="en-US" dirty="0"/>
              <a:t> (</a:t>
            </a:r>
            <a:r>
              <a:rPr lang="en-US" dirty="0" err="1"/>
              <a:t>incluida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i="1" dirty="0" err="1"/>
              <a:t>CrossEntropyLoss</a:t>
            </a:r>
            <a:r>
              <a:rPr lang="en-US" dirty="0"/>
              <a:t>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08495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94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SoftwareONE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Burbano, Diego</dc:creator>
  <cp:lastModifiedBy>Burbano, Diego</cp:lastModifiedBy>
  <cp:revision>1</cp:revision>
  <dcterms:created xsi:type="dcterms:W3CDTF">2025-11-07T23:29:19Z</dcterms:created>
  <dcterms:modified xsi:type="dcterms:W3CDTF">2025-11-08T00:19:07Z</dcterms:modified>
</cp:coreProperties>
</file>