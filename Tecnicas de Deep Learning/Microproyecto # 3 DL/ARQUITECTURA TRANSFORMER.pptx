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3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30BCF-44A5-4DEF-8ED3-7DF314C9A8E3}" v="3" dt="2025-11-23T03:04:35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bano, Diego" userId="89f45dec-017e-44b9-8dcb-fc85722eb30d" providerId="ADAL" clId="{41173494-21F3-4880-92EF-7DDC1009BCE9}"/>
    <pc:docChg chg="undo custSel addSld modSld">
      <pc:chgData name="Burbano, Diego" userId="89f45dec-017e-44b9-8dcb-fc85722eb30d" providerId="ADAL" clId="{41173494-21F3-4880-92EF-7DDC1009BCE9}" dt="2025-11-23T03:05:01.215" v="155" actId="1037"/>
      <pc:docMkLst>
        <pc:docMk/>
      </pc:docMkLst>
      <pc:sldChg chg="addSp delSp modSp new mod setBg">
        <pc:chgData name="Burbano, Diego" userId="89f45dec-017e-44b9-8dcb-fc85722eb30d" providerId="ADAL" clId="{41173494-21F3-4880-92EF-7DDC1009BCE9}" dt="2025-11-23T03:05:01.215" v="155" actId="1037"/>
        <pc:sldMkLst>
          <pc:docMk/>
          <pc:sldMk cId="3553875395" sldId="256"/>
        </pc:sldMkLst>
        <pc:spChg chg="del">
          <ac:chgData name="Burbano, Diego" userId="89f45dec-017e-44b9-8dcb-fc85722eb30d" providerId="ADAL" clId="{41173494-21F3-4880-92EF-7DDC1009BCE9}" dt="2025-11-23T02:56:11.215" v="1" actId="478"/>
          <ac:spMkLst>
            <pc:docMk/>
            <pc:sldMk cId="3553875395" sldId="256"/>
            <ac:spMk id="2" creationId="{C1DED3AA-F6E6-6DAF-39CE-EDD79FB07E45}"/>
          </ac:spMkLst>
        </pc:spChg>
        <pc:spChg chg="del">
          <ac:chgData name="Burbano, Diego" userId="89f45dec-017e-44b9-8dcb-fc85722eb30d" providerId="ADAL" clId="{41173494-21F3-4880-92EF-7DDC1009BCE9}" dt="2025-11-23T02:56:11.215" v="1" actId="478"/>
          <ac:spMkLst>
            <pc:docMk/>
            <pc:sldMk cId="3553875395" sldId="256"/>
            <ac:spMk id="3" creationId="{098DD23C-74D6-1932-3F8F-833FBBDA31F5}"/>
          </ac:spMkLst>
        </pc:spChg>
        <pc:spChg chg="add mod">
          <ac:chgData name="Burbano, Diego" userId="89f45dec-017e-44b9-8dcb-fc85722eb30d" providerId="ADAL" clId="{41173494-21F3-4880-92EF-7DDC1009BCE9}" dt="2025-11-23T03:05:01.215" v="155" actId="1037"/>
          <ac:spMkLst>
            <pc:docMk/>
            <pc:sldMk cId="3553875395" sldId="256"/>
            <ac:spMk id="6" creationId="{0FE3A5D5-FE7B-B368-7AEA-767F6991478C}"/>
          </ac:spMkLst>
        </pc:spChg>
        <pc:spChg chg="add del">
          <ac:chgData name="Burbano, Diego" userId="89f45dec-017e-44b9-8dcb-fc85722eb30d" providerId="ADAL" clId="{41173494-21F3-4880-92EF-7DDC1009BCE9}" dt="2025-11-23T02:57:14.479" v="6" actId="26606"/>
          <ac:spMkLst>
            <pc:docMk/>
            <pc:sldMk cId="3553875395" sldId="256"/>
            <ac:spMk id="10" creationId="{42A4FC2C-047E-45A5-965D-8E1E3BF09BC6}"/>
          </ac:spMkLst>
        </pc:spChg>
        <pc:spChg chg="add">
          <ac:chgData name="Burbano, Diego" userId="89f45dec-017e-44b9-8dcb-fc85722eb30d" providerId="ADAL" clId="{41173494-21F3-4880-92EF-7DDC1009BCE9}" dt="2025-11-23T02:57:28.040" v="9" actId="26606"/>
          <ac:spMkLst>
            <pc:docMk/>
            <pc:sldMk cId="3553875395" sldId="256"/>
            <ac:spMk id="17" creationId="{42A4FC2C-047E-45A5-965D-8E1E3BF09BC6}"/>
          </ac:spMkLst>
        </pc:spChg>
        <pc:grpChg chg="add del">
          <ac:chgData name="Burbano, Diego" userId="89f45dec-017e-44b9-8dcb-fc85722eb30d" providerId="ADAL" clId="{41173494-21F3-4880-92EF-7DDC1009BCE9}" dt="2025-11-23T02:57:28.034" v="8" actId="26606"/>
          <ac:grpSpMkLst>
            <pc:docMk/>
            <pc:sldMk cId="3553875395" sldId="256"/>
            <ac:grpSpMk id="15" creationId="{723C66ED-DBBF-12CA-7F5E-813E0E7D036A}"/>
          </ac:grpSpMkLst>
        </pc:grpChg>
        <pc:picChg chg="add mod">
          <ac:chgData name="Burbano, Diego" userId="89f45dec-017e-44b9-8dcb-fc85722eb30d" providerId="ADAL" clId="{41173494-21F3-4880-92EF-7DDC1009BCE9}" dt="2025-11-23T02:57:28.040" v="9" actId="26606"/>
          <ac:picMkLst>
            <pc:docMk/>
            <pc:sldMk cId="3553875395" sldId="256"/>
            <ac:picMk id="5" creationId="{EBECE57B-B30A-BA80-7C60-75FD758AB28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3D0B-D7B2-5EA8-65C6-1FE68835D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08AC6-06FF-07C5-558E-6AEDC520D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FBC0E-6DF9-6444-2B46-0AB36837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56C7-31F7-99D1-F190-891A6577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6F91-4B5C-8639-DE5F-AB134083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491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7C97-7EED-BF17-22FC-66D15B66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FEB72-4357-7BCC-860E-5E59115BB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3E712-1232-971E-705B-3463911E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47FC-55C8-2401-DE92-37D02BEC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A4758-4B26-A523-82D6-FADC66F7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45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2A9C-C524-9141-DE87-99359FBD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E4405-E888-2562-8BE3-B373C4BDA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BABD-4273-5A3A-85D6-73DAE329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B8F1D-0AD8-8FCD-E310-EE5EE7A2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EEF1-AA25-24C6-B64A-7AF16566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89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4A26-8072-E2AE-1EF6-C693F9FF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FC3C-76D9-A1B2-E8C8-58E109892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B52E6-B481-5E34-D754-70FC5B584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FFAE6-39B9-734B-2668-4BB4102F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C0E6-D2F6-5F75-FD56-58451709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A6285-C279-A250-59CF-8C30CCC6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467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7AD1-71A7-91A4-C0DA-D6DF250D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96CEE-9421-80CF-6CAF-233855845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B8CAC-FCB4-C816-760D-07F988A73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46006-1250-9E2B-BF63-60A6204B6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E3613-2E48-8231-528E-EC2BED82E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C12EB-8425-7F5A-A152-44CE454D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E1B3F-1E44-F97F-EDC7-98F0B65E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6E92B-4B0C-7414-48C2-3F2CCBD7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097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B98A-BBA9-889C-3B87-FD2B7BF5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EF778-9D62-302B-898E-6ADBD47B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0F513-5A4A-A3CD-B673-C9716932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49639-F8A2-718C-E853-9C07798D1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54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9DAA9-F6DA-DE9F-DDB0-DD309DC2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F53FD-139C-BCD2-BD34-62D08E4C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2DFA-CC09-7B5D-7464-F3946871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695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B7FD-BA95-1A02-8C5B-259A51E7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CA33-D34D-9444-2F3E-46C8B8A72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CAE74-FBAB-51A9-E27D-AE81746DF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A7617-BCC0-C3D2-66AE-91D248BF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5FCE7-805E-0FA6-050E-931CAF87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E1B1A-F668-3A0F-E83C-26EB547C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25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18DB-F777-C8C7-F14E-D8CA0E5D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05209-C60C-0922-0D7D-8C26A6222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A0F9D-F105-DB5A-3BCC-D7E1D1F0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BE8BD-7214-1520-74E3-4E4406B2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BF7A1-96B5-9FCF-2D2C-C6E5328B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51A32-07F9-C370-0EDD-9B81DF00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636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09ED-24D3-6F57-7151-70B20344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5F6AD-EEDA-92A8-3369-3BD75FEA2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013C8-E445-330D-01DC-A56E83F3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A272B-32BB-2552-0B7E-8E13B407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F7C55-2092-3AA0-0514-11448528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46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8D307-2941-B645-E789-659B7D9BD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85ADA-615F-69D4-F9E9-7A200532A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C3DA0-A580-E0C9-EAFE-935D8337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CC9FD-CD18-546A-E73B-3833E63C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FF8A2-49AA-4C65-8440-145EA5D7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061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16AFB-A92E-F292-7A8E-93FF8EDC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2BFB2-BAAD-C211-39CC-A861094BD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B0052-342D-C845-DDD5-E04E9C3DA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5CE36-6877-4A19-B289-042CB638449A}" type="datetimeFigureOut">
              <a:rPr lang="es-ES" smtClean="0"/>
              <a:t>22/11/2025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BF917-041F-CD36-C11B-B09539E4E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2B87D-D0A8-AF73-32AC-29EB3EDCB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1C6FA-E974-42ED-B0D7-DC969D12E98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23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EBECE57B-B30A-BA80-7C60-75FD758AB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7" b="41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3A5D5-FE7B-B368-7AEA-767F6991478C}"/>
              </a:ext>
            </a:extLst>
          </p:cNvPr>
          <p:cNvSpPr txBox="1"/>
          <p:nvPr/>
        </p:nvSpPr>
        <p:spPr>
          <a:xfrm>
            <a:off x="1166646" y="5754412"/>
            <a:ext cx="10200290" cy="954107"/>
          </a:xfrm>
          <a:prstGeom prst="rect">
            <a:avLst/>
          </a:prstGeom>
          <a:solidFill>
            <a:srgbClr val="05132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b="1" noProof="0" dirty="0">
                <a:solidFill>
                  <a:schemeClr val="bg1"/>
                </a:solidFill>
              </a:rPr>
              <a:t>Arquitectura Modelo DistilBERT para clasificación de noticias</a:t>
            </a:r>
          </a:p>
          <a:p>
            <a:pPr algn="ctr"/>
            <a:endParaRPr lang="es-ES" sz="2800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87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SoftwareONE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Burbano, Diego</dc:creator>
  <cp:lastModifiedBy>Burbano, Diego</cp:lastModifiedBy>
  <cp:revision>1</cp:revision>
  <dcterms:created xsi:type="dcterms:W3CDTF">2025-11-23T02:56:01Z</dcterms:created>
  <dcterms:modified xsi:type="dcterms:W3CDTF">2025-11-23T03:05:05Z</dcterms:modified>
</cp:coreProperties>
</file>