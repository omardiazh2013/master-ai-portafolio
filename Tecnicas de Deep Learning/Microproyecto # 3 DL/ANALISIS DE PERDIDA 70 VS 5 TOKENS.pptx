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F7B4-A6D4-2FDF-E948-AF2DFDCAF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4C3A2-2AE5-C7CD-B62C-21627CA88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33B2-5653-9288-84CA-2B61B67B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F2C30-70D4-66D0-FC41-B19E333F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2098-9394-9335-6063-3C644856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571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6B60-4C47-A953-DFE8-71F2448D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8ECF-C92D-8F61-76FF-556998368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E440A-0EE6-CFA1-44EA-4814876C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C4EF9-A370-2842-EB42-B73A643B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F5F1-6633-460E-FAED-475D88F1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35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89E2-A62E-CB7C-A27E-BD6DEC2F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4F706-73ED-69F3-7869-4B6DD937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C41DB-C9D3-90BD-A3D3-0DA0A7AC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DCBEE-1CD8-C9EC-3F1E-D1BF66F0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314B0-3332-F1F9-A8F2-BEC30029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85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3A03-F23C-04A3-CD37-9EAF127C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B3EA9-9DE6-E141-FCCE-0869CCE4F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74B29-07BC-A803-DB3C-D2E7F9330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B7BC7-386E-AB6F-72D8-1AB0037D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DCB51-D461-553B-2EB5-95D62F9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2CCC0-A0AA-2085-0E67-340040BC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943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F08A-1A2E-74E5-36F5-7D68AA28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F5C93-4475-1C72-03A2-8633E2BCF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CAE47-00CD-17DE-D581-31C0554E8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DBC75-7DBB-F898-5F88-4D2D88E07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BF815-E4CB-FEF1-1E4F-B1652BF50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E705C-8EC6-DDF0-25BA-BD282A8D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040CC-B7A9-CDED-58B4-F014F5CA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B5368-F169-E956-6ABA-BBC3CAB1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985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87F0-28B4-99D1-14F7-0A5DC2F5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6F4FD-569B-E0F0-C58B-87A44F6A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92F9B-D768-8899-E521-85A152CC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3865B-C19B-8186-C3E0-6AF2627D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122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8795E-ADC6-6DC3-2F18-A10D171A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86867-C39F-3E19-669E-B21CD3EE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9AEF4-A325-C5AE-C32C-F254F423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649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3E5F-5E6C-3F30-F394-C68E3EB9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6C53D-80FF-76EB-724A-E6F21C757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809E5-C86B-9E30-33CB-2E7F3AB9B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A6D23-E8AB-34F3-9989-57CF2C5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5DDBA-42F1-3613-5CB8-70FE60BF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30EF5-8636-2CE1-56A2-4CBEB704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512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B34D-1C1B-448E-BBE5-8ECDC77C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3C19A-5306-7CF9-8F40-24D5425B9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3E45E-5685-06CC-A24D-32F72B8A2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24B1F-81AC-CDE5-3A9B-737A1A4E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7AB79-B94F-972E-723B-D05F99ED7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D6648-D922-FBA0-A378-A1CEEEA1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215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E3E6-7D65-B54A-7A5E-DA5BF700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84F42-4200-78B4-BDEB-AD1862390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2DC7-2E71-A4C9-C3BE-695BB54C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CE6C-1A4A-61AE-5EA4-E8B9AE4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EB825-ABAA-7E06-2EFD-35D172E8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30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728C68-8403-2F4C-560D-C1B552A86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649D2-EAB1-7E1C-CA6D-69414C41A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4333-2883-C5B4-CA9C-A5EF87B9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69900-7737-BFD2-EF7B-2EC4EF29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E364-0F3F-E45B-AD73-F7E7330B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703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B77E7-4695-8790-0335-64BD49F8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58925-5685-5A96-331E-951FE4DC5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9367-A482-408D-D1BE-78EDFA957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D6D2C-6BC4-4ABB-85C6-7B62074FE7EC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2F279-6A9A-D6FD-EC1E-7783D9470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0EB62-AD8C-A43A-43B7-16324617E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1A37F-A5E0-4F6E-B4DE-5E0B4EFB6F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561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E16C9-6F9A-AC41-C83B-428A7A29E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752" y="1713741"/>
            <a:ext cx="5294716" cy="326948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C698F77-2DC9-6F3E-4F1C-C8D204BF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33" y="1693886"/>
            <a:ext cx="5294715" cy="3282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7D510E-ED7B-6481-09D5-58182567F387}"/>
              </a:ext>
            </a:extLst>
          </p:cNvPr>
          <p:cNvSpPr txBox="1"/>
          <p:nvPr/>
        </p:nvSpPr>
        <p:spPr>
          <a:xfrm>
            <a:off x="1928574" y="5251072"/>
            <a:ext cx="272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noProof="0" dirty="0"/>
              <a:t>Modelo con 70 tokens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9D40C-B920-DBDA-AB28-A7BDE8024AFD}"/>
              </a:ext>
            </a:extLst>
          </p:cNvPr>
          <p:cNvSpPr txBox="1"/>
          <p:nvPr/>
        </p:nvSpPr>
        <p:spPr>
          <a:xfrm>
            <a:off x="7546122" y="5251072"/>
            <a:ext cx="2583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noProof="0" dirty="0"/>
              <a:t>Modelo con 5 tokens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96820-95AC-F33D-ED4C-D5EAA518F10B}"/>
              </a:ext>
            </a:extLst>
          </p:cNvPr>
          <p:cNvSpPr txBox="1"/>
          <p:nvPr/>
        </p:nvSpPr>
        <p:spPr>
          <a:xfrm>
            <a:off x="2019994" y="986983"/>
            <a:ext cx="811010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2800" b="1" noProof="0" dirty="0"/>
              <a:t>Análisis de pérdida con el conjunto de Inferencia</a:t>
            </a:r>
          </a:p>
        </p:txBody>
      </p:sp>
    </p:spTree>
    <p:extLst>
      <p:ext uri="{BB962C8B-B14F-4D97-AF65-F5344CB8AC3E}">
        <p14:creationId xmlns:p14="http://schemas.microsoft.com/office/powerpoint/2010/main" val="321018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SoftwareONE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Burbano, Diego</dc:creator>
  <cp:lastModifiedBy>Burbano, Diego</cp:lastModifiedBy>
  <cp:revision>1</cp:revision>
  <dcterms:created xsi:type="dcterms:W3CDTF">2025-11-24T00:03:33Z</dcterms:created>
  <dcterms:modified xsi:type="dcterms:W3CDTF">2025-11-24T01:01:36Z</dcterms:modified>
</cp:coreProperties>
</file>